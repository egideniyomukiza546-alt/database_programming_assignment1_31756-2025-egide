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1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E2AEF-CAB1-445D-9DE8-4F2A5A5A777E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4A86C-8000-4C7C-A852-D46FADFE4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925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E2AEF-CAB1-445D-9DE8-4F2A5A5A777E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4A86C-8000-4C7C-A852-D46FADFE4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778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E2AEF-CAB1-445D-9DE8-4F2A5A5A777E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4A86C-8000-4C7C-A852-D46FADFE4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931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E2AEF-CAB1-445D-9DE8-4F2A5A5A777E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4A86C-8000-4C7C-A852-D46FADFE4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032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E2AEF-CAB1-445D-9DE8-4F2A5A5A777E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4A86C-8000-4C7C-A852-D46FADFE4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13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E2AEF-CAB1-445D-9DE8-4F2A5A5A777E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4A86C-8000-4C7C-A852-D46FADFE4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781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E2AEF-CAB1-445D-9DE8-4F2A5A5A777E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4A86C-8000-4C7C-A852-D46FADFE4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274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E2AEF-CAB1-445D-9DE8-4F2A5A5A777E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4A86C-8000-4C7C-A852-D46FADFE4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164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E2AEF-CAB1-445D-9DE8-4F2A5A5A777E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4A86C-8000-4C7C-A852-D46FADFE4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836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E2AEF-CAB1-445D-9DE8-4F2A5A5A777E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4A86C-8000-4C7C-A852-D46FADFE4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038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E2AEF-CAB1-445D-9DE8-4F2A5A5A777E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4A86C-8000-4C7C-A852-D46FADFE4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938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2E2AEF-CAB1-445D-9DE8-4F2A5A5A777E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04A86C-8000-4C7C-A852-D46FADFE4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499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62317" y="1465730"/>
            <a:ext cx="2944906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Doctors </a:t>
            </a:r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4296970" y="4604974"/>
            <a:ext cx="2944906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2"/>
                </a:solidFill>
              </a:rPr>
              <a:t>Admissions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817389" y="2645930"/>
            <a:ext cx="2944906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Patients 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7312959" y="159122"/>
            <a:ext cx="2043953" cy="5647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last_name</a:t>
            </a:r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6852619" y="884118"/>
            <a:ext cx="2133066" cy="5647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PK: </a:t>
            </a:r>
            <a:r>
              <a:rPr lang="en-US" u="sng" dirty="0" err="1" smtClean="0"/>
              <a:t>patient_id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0019061" y="964544"/>
            <a:ext cx="2043953" cy="5647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first_name </a:t>
            </a:r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432610" y="1799008"/>
            <a:ext cx="2043953" cy="5647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 department</a:t>
            </a:r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2098475" y="-16812"/>
            <a:ext cx="2043953" cy="5647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salary 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873359" y="3176448"/>
            <a:ext cx="2043953" cy="5647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r>
              <a:rPr lang="en-US" dirty="0" err="1" smtClean="0"/>
              <a:t>hire_date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1" name="Oval 10"/>
          <p:cNvSpPr/>
          <p:nvPr/>
        </p:nvSpPr>
        <p:spPr>
          <a:xfrm rot="16653172">
            <a:off x="-607709" y="1246979"/>
            <a:ext cx="2043953" cy="5647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specialty 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3120451" y="703165"/>
            <a:ext cx="2043953" cy="5647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 last_name</a:t>
            </a:r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86633" y="2494994"/>
            <a:ext cx="2043953" cy="5647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first_name </a:t>
            </a:r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86633" y="289110"/>
            <a:ext cx="2043953" cy="5647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smtClean="0"/>
              <a:t>PK: </a:t>
            </a:r>
            <a:r>
              <a:rPr lang="en-US" u="sng" dirty="0" err="1" smtClean="0"/>
              <a:t>doctor_id</a:t>
            </a:r>
            <a:r>
              <a:rPr lang="en-US" u="sng" dirty="0" smtClean="0"/>
              <a:t> </a:t>
            </a:r>
            <a:endParaRPr lang="en-US" u="sng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133336" y="874254"/>
            <a:ext cx="914400" cy="55180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endCxn id="12" idx="4"/>
          </p:cNvCxnSpPr>
          <p:nvPr/>
        </p:nvCxnSpPr>
        <p:spPr>
          <a:xfrm flipV="1">
            <a:off x="3289110" y="1267942"/>
            <a:ext cx="853318" cy="155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endCxn id="2" idx="1"/>
          </p:cNvCxnSpPr>
          <p:nvPr/>
        </p:nvCxnSpPr>
        <p:spPr>
          <a:xfrm flipV="1">
            <a:off x="626666" y="1808630"/>
            <a:ext cx="435651" cy="300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2900491" y="547965"/>
            <a:ext cx="82393" cy="878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H="1">
            <a:off x="2175658" y="2166852"/>
            <a:ext cx="235732" cy="10092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endCxn id="13" idx="0"/>
          </p:cNvCxnSpPr>
          <p:nvPr/>
        </p:nvCxnSpPr>
        <p:spPr>
          <a:xfrm flipH="1">
            <a:off x="1108610" y="2191199"/>
            <a:ext cx="1067048" cy="3037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endCxn id="8" idx="4"/>
          </p:cNvCxnSpPr>
          <p:nvPr/>
        </p:nvCxnSpPr>
        <p:spPr>
          <a:xfrm>
            <a:off x="2534770" y="2166852"/>
            <a:ext cx="2919817" cy="1969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8310920" y="1460914"/>
            <a:ext cx="674765" cy="11850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8931591" y="643007"/>
            <a:ext cx="562888" cy="20029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10636155" y="1683176"/>
            <a:ext cx="1555845" cy="5322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gender </a:t>
            </a:r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9569298" y="189897"/>
            <a:ext cx="2204080" cy="5322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date_of_birth </a:t>
            </a:r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7312959" y="1790197"/>
            <a:ext cx="1555845" cy="5322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address</a:t>
            </a:r>
            <a:endParaRPr lang="en-US" dirty="0"/>
          </a:p>
        </p:txBody>
      </p:sp>
      <p:sp>
        <p:nvSpPr>
          <p:cNvPr id="43" name="Oval 42"/>
          <p:cNvSpPr/>
          <p:nvPr/>
        </p:nvSpPr>
        <p:spPr>
          <a:xfrm>
            <a:off x="10474371" y="3460921"/>
            <a:ext cx="1555845" cy="5322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email </a:t>
            </a:r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448685" y="4403941"/>
            <a:ext cx="2713264" cy="5322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PK: </a:t>
            </a:r>
            <a:r>
              <a:rPr lang="en-US" u="sng" dirty="0" err="1" smtClean="0"/>
              <a:t>admission_id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5" name="Oval 44"/>
          <p:cNvSpPr/>
          <p:nvPr/>
        </p:nvSpPr>
        <p:spPr>
          <a:xfrm>
            <a:off x="2459722" y="5509146"/>
            <a:ext cx="2512093" cy="5322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admission_date </a:t>
            </a:r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4328401" y="6041409"/>
            <a:ext cx="2146278" cy="5322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FK: </a:t>
            </a:r>
            <a:r>
              <a:rPr lang="en-US" dirty="0" err="1" smtClean="0"/>
              <a:t>doctor_id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7" name="Oval 46"/>
          <p:cNvSpPr/>
          <p:nvPr/>
        </p:nvSpPr>
        <p:spPr>
          <a:xfrm>
            <a:off x="329232" y="5085395"/>
            <a:ext cx="2380567" cy="5322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FK: patient_id </a:t>
            </a:r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9511919" y="4114499"/>
            <a:ext cx="1555845" cy="5322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phone </a:t>
            </a:r>
            <a:endParaRPr lang="en-US" dirty="0"/>
          </a:p>
        </p:txBody>
      </p:sp>
      <p:sp>
        <p:nvSpPr>
          <p:cNvPr id="50" name="Oval 49"/>
          <p:cNvSpPr/>
          <p:nvPr/>
        </p:nvSpPr>
        <p:spPr>
          <a:xfrm>
            <a:off x="7627676" y="4664579"/>
            <a:ext cx="2257100" cy="5322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room_number </a:t>
            </a:r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6965545" y="5724088"/>
            <a:ext cx="1555845" cy="5322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diagnosis </a:t>
            </a:r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8108030" y="5290774"/>
            <a:ext cx="1714752" cy="5322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r>
              <a:rPr lang="en-US" dirty="0" err="1" smtClean="0"/>
              <a:t>total_cost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6437963" y="6268869"/>
            <a:ext cx="2379426" cy="5322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discharge_date </a:t>
            </a:r>
            <a:endParaRPr lang="en-US"/>
          </a:p>
        </p:txBody>
      </p:sp>
      <p:cxnSp>
        <p:nvCxnSpPr>
          <p:cNvPr id="58" name="Straight Connector 57"/>
          <p:cNvCxnSpPr/>
          <p:nvPr/>
        </p:nvCxnSpPr>
        <p:spPr>
          <a:xfrm>
            <a:off x="9596650" y="552042"/>
            <a:ext cx="331840" cy="20921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>
            <a:off x="10671338" y="3339606"/>
            <a:ext cx="530342" cy="1074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7" idx="3"/>
            <a:endCxn id="4" idx="0"/>
          </p:cNvCxnSpPr>
          <p:nvPr/>
        </p:nvCxnSpPr>
        <p:spPr>
          <a:xfrm flipH="1">
            <a:off x="10289842" y="1446611"/>
            <a:ext cx="28549" cy="11993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3" idx="1"/>
          </p:cNvCxnSpPr>
          <p:nvPr/>
        </p:nvCxnSpPr>
        <p:spPr>
          <a:xfrm flipH="1" flipV="1">
            <a:off x="3136957" y="4692000"/>
            <a:ext cx="1160013" cy="2558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/>
          <p:cNvCxnSpPr>
            <a:stCxn id="4" idx="2"/>
          </p:cNvCxnSpPr>
          <p:nvPr/>
        </p:nvCxnSpPr>
        <p:spPr>
          <a:xfrm flipH="1">
            <a:off x="10221788" y="3331730"/>
            <a:ext cx="68054" cy="7839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>
            <a:off x="5401540" y="5297166"/>
            <a:ext cx="523063" cy="8124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 flipH="1">
            <a:off x="11252294" y="2260395"/>
            <a:ext cx="93545" cy="38553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 flipV="1">
            <a:off x="2709799" y="5085395"/>
            <a:ext cx="1587171" cy="2661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>
            <a:off x="5493652" y="5290774"/>
            <a:ext cx="1611793" cy="10167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 flipV="1">
            <a:off x="7312959" y="4889456"/>
            <a:ext cx="366532" cy="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 flipV="1">
            <a:off x="3921496" y="5297166"/>
            <a:ext cx="813810" cy="2229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/>
          <p:cNvCxnSpPr/>
          <p:nvPr/>
        </p:nvCxnSpPr>
        <p:spPr>
          <a:xfrm>
            <a:off x="7291659" y="5244853"/>
            <a:ext cx="909856" cy="1994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/>
          <p:cNvCxnSpPr/>
          <p:nvPr/>
        </p:nvCxnSpPr>
        <p:spPr>
          <a:xfrm>
            <a:off x="6251329" y="5297166"/>
            <a:ext cx="964944" cy="5019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2" name="Up Arrow 101"/>
          <p:cNvSpPr/>
          <p:nvPr/>
        </p:nvSpPr>
        <p:spPr>
          <a:xfrm rot="19307125">
            <a:off x="3704808" y="1879649"/>
            <a:ext cx="168169" cy="2986972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Up Arrow 102"/>
          <p:cNvSpPr/>
          <p:nvPr/>
        </p:nvSpPr>
        <p:spPr>
          <a:xfrm rot="3891384">
            <a:off x="8444180" y="2537014"/>
            <a:ext cx="261170" cy="2894750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/>
          <p:cNvSpPr/>
          <p:nvPr/>
        </p:nvSpPr>
        <p:spPr>
          <a:xfrm rot="20212609">
            <a:off x="7494521" y="3628549"/>
            <a:ext cx="15470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(One to Many)</a:t>
            </a:r>
            <a:endParaRPr lang="en-US" dirty="0"/>
          </a:p>
        </p:txBody>
      </p:sp>
      <p:sp>
        <p:nvSpPr>
          <p:cNvPr id="105" name="Rectangle 104"/>
          <p:cNvSpPr/>
          <p:nvPr/>
        </p:nvSpPr>
        <p:spPr>
          <a:xfrm rot="3134032">
            <a:off x="3234643" y="2986943"/>
            <a:ext cx="15470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(One to Many)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0035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52</Words>
  <Application>Microsoft Office PowerPoint</Application>
  <PresentationFormat>Widescreen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4</cp:revision>
  <dcterms:created xsi:type="dcterms:W3CDTF">2026-06-27T19:23:41Z</dcterms:created>
  <dcterms:modified xsi:type="dcterms:W3CDTF">2026-06-27T19:58:26Z</dcterms:modified>
</cp:coreProperties>
</file>